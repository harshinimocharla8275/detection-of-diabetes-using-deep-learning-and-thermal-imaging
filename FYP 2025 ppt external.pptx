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notesMasterIdLst>
    <p:notesMasterId r:id="rId27"/>
  </p:notesMasterIdLst>
  <p:sldIdLst>
    <p:sldId id="335" r:id="rId2"/>
    <p:sldId id="336" r:id="rId3"/>
    <p:sldId id="330" r:id="rId4"/>
    <p:sldId id="337" r:id="rId5"/>
    <p:sldId id="360" r:id="rId6"/>
    <p:sldId id="329" r:id="rId7"/>
    <p:sldId id="357" r:id="rId8"/>
    <p:sldId id="314" r:id="rId9"/>
    <p:sldId id="361" r:id="rId10"/>
    <p:sldId id="339" r:id="rId11"/>
    <p:sldId id="342" r:id="rId12"/>
    <p:sldId id="344" r:id="rId13"/>
    <p:sldId id="345" r:id="rId14"/>
    <p:sldId id="347" r:id="rId15"/>
    <p:sldId id="348" r:id="rId16"/>
    <p:sldId id="355" r:id="rId17"/>
    <p:sldId id="358" r:id="rId18"/>
    <p:sldId id="354" r:id="rId19"/>
    <p:sldId id="356" r:id="rId20"/>
    <p:sldId id="350" r:id="rId21"/>
    <p:sldId id="359" r:id="rId22"/>
    <p:sldId id="362" r:id="rId23"/>
    <p:sldId id="351" r:id="rId24"/>
    <p:sldId id="352" r:id="rId25"/>
    <p:sldId id="35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uluru Ushaswini" initials="DU" lastIdx="1" clrIdx="0">
    <p:extLst>
      <p:ext uri="{19B8F6BF-5375-455C-9EA6-DF929625EA0E}">
        <p15:presenceInfo xmlns:p15="http://schemas.microsoft.com/office/powerpoint/2012/main" userId="7699a6ae7a94d05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61E97-996E-4A98-85C3-54B0F0E09A92}" v="2" dt="2025-03-25T10:41:04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3741" autoAdjust="0"/>
  </p:normalViewPr>
  <p:slideViewPr>
    <p:cSldViewPr snapToGrid="0">
      <p:cViewPr varScale="1">
        <p:scale>
          <a:sx n="82" d="100"/>
          <a:sy n="82" d="100"/>
        </p:scale>
        <p:origin x="49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tha k" userId="e593f6d46afccc86" providerId="LiveId" clId="{C4E61E97-996E-4A98-85C3-54B0F0E09A92}"/>
    <pc:docChg chg="undo redo custSel modSld">
      <pc:chgData name="Nikitha k" userId="e593f6d46afccc86" providerId="LiveId" clId="{C4E61E97-996E-4A98-85C3-54B0F0E09A92}" dt="2025-03-25T10:51:26.923" v="166" actId="20577"/>
      <pc:docMkLst>
        <pc:docMk/>
      </pc:docMkLst>
      <pc:sldChg chg="modSp mod">
        <pc:chgData name="Nikitha k" userId="e593f6d46afccc86" providerId="LiveId" clId="{C4E61E97-996E-4A98-85C3-54B0F0E09A92}" dt="2025-03-25T10:50:00.087" v="141" actId="1076"/>
        <pc:sldMkLst>
          <pc:docMk/>
          <pc:sldMk cId="3928516106" sldId="313"/>
        </pc:sldMkLst>
        <pc:spChg chg="mod">
          <ac:chgData name="Nikitha k" userId="e593f6d46afccc86" providerId="LiveId" clId="{C4E61E97-996E-4A98-85C3-54B0F0E09A92}" dt="2025-03-25T10:47:02.560" v="114" actId="1076"/>
          <ac:spMkLst>
            <pc:docMk/>
            <pc:sldMk cId="3928516106" sldId="313"/>
            <ac:spMk id="2" creationId="{8E295D86-C1CA-8DC1-A935-9915CBAC1FE6}"/>
          </ac:spMkLst>
        </pc:spChg>
        <pc:spChg chg="mod">
          <ac:chgData name="Nikitha k" userId="e593f6d46afccc86" providerId="LiveId" clId="{C4E61E97-996E-4A98-85C3-54B0F0E09A92}" dt="2025-03-25T10:50:00.087" v="141" actId="1076"/>
          <ac:spMkLst>
            <pc:docMk/>
            <pc:sldMk cId="3928516106" sldId="313"/>
            <ac:spMk id="3" creationId="{2693B370-BC9E-CE10-7E20-54ACD24DC0E2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3928516106" sldId="313"/>
            <ac:spMk id="4" creationId="{04C95E5F-9653-B528-E671-E10BFCDF8D6A}"/>
          </ac:spMkLst>
        </pc:spChg>
      </pc:sldChg>
      <pc:sldChg chg="modSp mod">
        <pc:chgData name="Nikitha k" userId="e593f6d46afccc86" providerId="LiveId" clId="{C4E61E97-996E-4A98-85C3-54B0F0E09A92}" dt="2025-03-25T10:49:52.483" v="140" actId="1076"/>
        <pc:sldMkLst>
          <pc:docMk/>
          <pc:sldMk cId="816236144" sldId="314"/>
        </pc:sldMkLst>
        <pc:spChg chg="mod">
          <ac:chgData name="Nikitha k" userId="e593f6d46afccc86" providerId="LiveId" clId="{C4E61E97-996E-4A98-85C3-54B0F0E09A92}" dt="2025-03-25T10:46:29.941" v="109" actId="2711"/>
          <ac:spMkLst>
            <pc:docMk/>
            <pc:sldMk cId="816236144" sldId="314"/>
            <ac:spMk id="2" creationId="{27B94E36-ACFF-9BC0-C084-02A775707996}"/>
          </ac:spMkLst>
        </pc:spChg>
        <pc:spChg chg="mod">
          <ac:chgData name="Nikitha k" userId="e593f6d46afccc86" providerId="LiveId" clId="{C4E61E97-996E-4A98-85C3-54B0F0E09A92}" dt="2025-03-25T10:49:52.483" v="140" actId="1076"/>
          <ac:spMkLst>
            <pc:docMk/>
            <pc:sldMk cId="816236144" sldId="314"/>
            <ac:spMk id="3" creationId="{D93B95C1-02A9-AC7F-CC21-B44699BE6CA7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816236144" sldId="314"/>
            <ac:spMk id="4" creationId="{3F3E5D9E-0473-607A-9BD5-96A4F5D22905}"/>
          </ac:spMkLst>
        </pc:spChg>
      </pc:sldChg>
      <pc:sldChg chg="modSp mod">
        <pc:chgData name="Nikitha k" userId="e593f6d46afccc86" providerId="LiveId" clId="{C4E61E97-996E-4A98-85C3-54B0F0E09A92}" dt="2025-03-25T10:50:39.352" v="146" actId="12"/>
        <pc:sldMkLst>
          <pc:docMk/>
          <pc:sldMk cId="2764295635" sldId="315"/>
        </pc:sldMkLst>
        <pc:spChg chg="mod">
          <ac:chgData name="Nikitha k" userId="e593f6d46afccc86" providerId="LiveId" clId="{C4E61E97-996E-4A98-85C3-54B0F0E09A92}" dt="2025-03-25T10:47:13.170" v="117" actId="2711"/>
          <ac:spMkLst>
            <pc:docMk/>
            <pc:sldMk cId="2764295635" sldId="315"/>
            <ac:spMk id="2" creationId="{2B5CA7BD-1F55-799F-6D21-C5948C5B527D}"/>
          </ac:spMkLst>
        </pc:spChg>
        <pc:spChg chg="mod">
          <ac:chgData name="Nikitha k" userId="e593f6d46afccc86" providerId="LiveId" clId="{C4E61E97-996E-4A98-85C3-54B0F0E09A92}" dt="2025-03-25T10:50:39.352" v="146" actId="12"/>
          <ac:spMkLst>
            <pc:docMk/>
            <pc:sldMk cId="2764295635" sldId="315"/>
            <ac:spMk id="3" creationId="{13297876-DDBE-22D6-82F5-5EF0A86F419F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2764295635" sldId="315"/>
            <ac:spMk id="4" creationId="{862A8AD2-5285-EC02-149B-19656A153B56}"/>
          </ac:spMkLst>
        </pc:spChg>
      </pc:sldChg>
      <pc:sldChg chg="modSp mod">
        <pc:chgData name="Nikitha k" userId="e593f6d46afccc86" providerId="LiveId" clId="{C4E61E97-996E-4A98-85C3-54B0F0E09A92}" dt="2025-03-25T10:48:58.879" v="125" actId="12"/>
        <pc:sldMkLst>
          <pc:docMk/>
          <pc:sldMk cId="1722548268" sldId="329"/>
        </pc:sldMkLst>
        <pc:spChg chg="mod">
          <ac:chgData name="Nikitha k" userId="e593f6d46afccc86" providerId="LiveId" clId="{C4E61E97-996E-4A98-85C3-54B0F0E09A92}" dt="2025-03-25T10:46:02.390" v="105" actId="2711"/>
          <ac:spMkLst>
            <pc:docMk/>
            <pc:sldMk cId="1722548268" sldId="329"/>
            <ac:spMk id="2" creationId="{514B2B51-527B-E177-D081-3C898A24189F}"/>
          </ac:spMkLst>
        </pc:spChg>
        <pc:spChg chg="mod">
          <ac:chgData name="Nikitha k" userId="e593f6d46afccc86" providerId="LiveId" clId="{C4E61E97-996E-4A98-85C3-54B0F0E09A92}" dt="2025-03-25T10:48:58.879" v="125" actId="12"/>
          <ac:spMkLst>
            <pc:docMk/>
            <pc:sldMk cId="1722548268" sldId="329"/>
            <ac:spMk id="3" creationId="{B919BCF6-40D3-ED22-B719-D3E85B7387A4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1722548268" sldId="329"/>
            <ac:spMk id="4" creationId="{EE1AF97F-090F-652A-783A-667FBEA2B189}"/>
          </ac:spMkLst>
        </pc:spChg>
      </pc:sldChg>
      <pc:sldChg chg="modSp mod">
        <pc:chgData name="Nikitha k" userId="e593f6d46afccc86" providerId="LiveId" clId="{C4E61E97-996E-4A98-85C3-54B0F0E09A92}" dt="2025-03-25T10:50:57.698" v="148" actId="12"/>
        <pc:sldMkLst>
          <pc:docMk/>
          <pc:sldMk cId="2314567408" sldId="330"/>
        </pc:sldMkLst>
        <pc:spChg chg="mod">
          <ac:chgData name="Nikitha k" userId="e593f6d46afccc86" providerId="LiveId" clId="{C4E61E97-996E-4A98-85C3-54B0F0E09A92}" dt="2025-03-25T10:45:24.360" v="99" actId="2711"/>
          <ac:spMkLst>
            <pc:docMk/>
            <pc:sldMk cId="2314567408" sldId="330"/>
            <ac:spMk id="2" creationId="{3F821D62-D6CA-2AC8-BF2C-EF574DE11AFF}"/>
          </ac:spMkLst>
        </pc:spChg>
        <pc:spChg chg="mod">
          <ac:chgData name="Nikitha k" userId="e593f6d46afccc86" providerId="LiveId" clId="{C4E61E97-996E-4A98-85C3-54B0F0E09A92}" dt="2025-03-25T10:50:57.698" v="148" actId="12"/>
          <ac:spMkLst>
            <pc:docMk/>
            <pc:sldMk cId="2314567408" sldId="330"/>
            <ac:spMk id="3" creationId="{437CE9EC-52B8-DDBE-F25D-269B5F3F07F1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2314567408" sldId="330"/>
            <ac:spMk id="4" creationId="{81EBD195-704B-9095-E7D6-C6CA3EA835F3}"/>
          </ac:spMkLst>
        </pc:spChg>
      </pc:sldChg>
      <pc:sldChg chg="modSp mod">
        <pc:chgData name="Nikitha k" userId="e593f6d46afccc86" providerId="LiveId" clId="{C4E61E97-996E-4A98-85C3-54B0F0E09A92}" dt="2025-03-25T10:44:54.144" v="94" actId="1076"/>
        <pc:sldMkLst>
          <pc:docMk/>
          <pc:sldMk cId="432383724" sldId="335"/>
        </pc:sldMkLst>
        <pc:spChg chg="mod">
          <ac:chgData name="Nikitha k" userId="e593f6d46afccc86" providerId="LiveId" clId="{C4E61E97-996E-4A98-85C3-54B0F0E09A92}" dt="2025-03-25T10:41:04.534" v="4"/>
          <ac:spMkLst>
            <pc:docMk/>
            <pc:sldMk cId="432383724" sldId="335"/>
            <ac:spMk id="2" creationId="{F90F8291-9A34-9798-338F-58FE39B75544}"/>
          </ac:spMkLst>
        </pc:spChg>
        <pc:spChg chg="mod">
          <ac:chgData name="Nikitha k" userId="e593f6d46afccc86" providerId="LiveId" clId="{C4E61E97-996E-4A98-85C3-54B0F0E09A92}" dt="2025-03-25T10:43:24.867" v="44" actId="1076"/>
          <ac:spMkLst>
            <pc:docMk/>
            <pc:sldMk cId="432383724" sldId="335"/>
            <ac:spMk id="7" creationId="{166A7EFB-2EA3-D913-2682-87FD12B4D71F}"/>
          </ac:spMkLst>
        </pc:spChg>
        <pc:spChg chg="mod">
          <ac:chgData name="Nikitha k" userId="e593f6d46afccc86" providerId="LiveId" clId="{C4E61E97-996E-4A98-85C3-54B0F0E09A92}" dt="2025-03-25T10:44:54.144" v="94" actId="1076"/>
          <ac:spMkLst>
            <pc:docMk/>
            <pc:sldMk cId="432383724" sldId="335"/>
            <ac:spMk id="8" creationId="{EBB8DD25-F9CA-8DC0-3FF3-7323BF51FDB1}"/>
          </ac:spMkLst>
        </pc:spChg>
        <pc:spChg chg="mod">
          <ac:chgData name="Nikitha k" userId="e593f6d46afccc86" providerId="LiveId" clId="{C4E61E97-996E-4A98-85C3-54B0F0E09A92}" dt="2025-03-25T10:44:43.628" v="93" actId="2711"/>
          <ac:spMkLst>
            <pc:docMk/>
            <pc:sldMk cId="432383724" sldId="335"/>
            <ac:spMk id="9" creationId="{DE7230B1-5B0D-39A4-EB34-FFC0E2E72B64}"/>
          </ac:spMkLst>
        </pc:spChg>
        <pc:spChg chg="mod">
          <ac:chgData name="Nikitha k" userId="e593f6d46afccc86" providerId="LiveId" clId="{C4E61E97-996E-4A98-85C3-54B0F0E09A92}" dt="2025-03-25T10:43:41.428" v="46" actId="14100"/>
          <ac:spMkLst>
            <pc:docMk/>
            <pc:sldMk cId="432383724" sldId="335"/>
            <ac:spMk id="10" creationId="{6CA945F2-86EC-46BB-1866-3AE087383F26}"/>
          </ac:spMkLst>
        </pc:spChg>
        <pc:spChg chg="mod">
          <ac:chgData name="Nikitha k" userId="e593f6d46afccc86" providerId="LiveId" clId="{C4E61E97-996E-4A98-85C3-54B0F0E09A92}" dt="2025-03-25T10:43:55.021" v="49" actId="14100"/>
          <ac:spMkLst>
            <pc:docMk/>
            <pc:sldMk cId="432383724" sldId="335"/>
            <ac:spMk id="11" creationId="{DE7DB5B5-EB14-6E67-3B38-9F09F66EEA97}"/>
          </ac:spMkLst>
        </pc:spChg>
        <pc:spChg chg="mod">
          <ac:chgData name="Nikitha k" userId="e593f6d46afccc86" providerId="LiveId" clId="{C4E61E97-996E-4A98-85C3-54B0F0E09A92}" dt="2025-03-25T10:44:03.748" v="50" actId="2711"/>
          <ac:spMkLst>
            <pc:docMk/>
            <pc:sldMk cId="432383724" sldId="335"/>
            <ac:spMk id="12" creationId="{B5F9424B-41F1-07AC-DFDC-C9A0EF90CF00}"/>
          </ac:spMkLst>
        </pc:spChg>
        <pc:spChg chg="mod">
          <ac:chgData name="Nikitha k" userId="e593f6d46afccc86" providerId="LiveId" clId="{C4E61E97-996E-4A98-85C3-54B0F0E09A92}" dt="2025-03-25T10:44:35.418" v="92" actId="2711"/>
          <ac:spMkLst>
            <pc:docMk/>
            <pc:sldMk cId="432383724" sldId="335"/>
            <ac:spMk id="13" creationId="{1F7E3A4E-2E38-EFA9-369D-1304A136384B}"/>
          </ac:spMkLst>
        </pc:spChg>
      </pc:sldChg>
      <pc:sldChg chg="modSp mod">
        <pc:chgData name="Nikitha k" userId="e593f6d46afccc86" providerId="LiveId" clId="{C4E61E97-996E-4A98-85C3-54B0F0E09A92}" dt="2025-03-25T10:51:09.613" v="152" actId="20577"/>
        <pc:sldMkLst>
          <pc:docMk/>
          <pc:sldMk cId="2368655734" sldId="336"/>
        </pc:sldMkLst>
        <pc:spChg chg="mod">
          <ac:chgData name="Nikitha k" userId="e593f6d46afccc86" providerId="LiveId" clId="{C4E61E97-996E-4A98-85C3-54B0F0E09A92}" dt="2025-03-25T10:41:04.534" v="4"/>
          <ac:spMkLst>
            <pc:docMk/>
            <pc:sldMk cId="2368655734" sldId="336"/>
            <ac:spMk id="2" creationId="{71D1016D-8A8F-0200-7755-1F2C4A88308B}"/>
          </ac:spMkLst>
        </pc:spChg>
        <pc:spChg chg="mod">
          <ac:chgData name="Nikitha k" userId="e593f6d46afccc86" providerId="LiveId" clId="{C4E61E97-996E-4A98-85C3-54B0F0E09A92}" dt="2025-03-25T10:45:18.263" v="98" actId="1076"/>
          <ac:spMkLst>
            <pc:docMk/>
            <pc:sldMk cId="2368655734" sldId="336"/>
            <ac:spMk id="3" creationId="{E7DC0D0C-FB9D-2F01-CB4E-77C0749CBC47}"/>
          </ac:spMkLst>
        </pc:spChg>
        <pc:spChg chg="mod">
          <ac:chgData name="Nikitha k" userId="e593f6d46afccc86" providerId="LiveId" clId="{C4E61E97-996E-4A98-85C3-54B0F0E09A92}" dt="2025-03-25T10:51:09.613" v="152" actId="20577"/>
          <ac:spMkLst>
            <pc:docMk/>
            <pc:sldMk cId="2368655734" sldId="336"/>
            <ac:spMk id="4" creationId="{B53C32A4-0709-63FB-8A58-9FCD54B6490D}"/>
          </ac:spMkLst>
        </pc:spChg>
      </pc:sldChg>
      <pc:sldChg chg="modSp mod">
        <pc:chgData name="Nikitha k" userId="e593f6d46afccc86" providerId="LiveId" clId="{C4E61E97-996E-4A98-85C3-54B0F0E09A92}" dt="2025-03-25T10:50:23.249" v="144" actId="12"/>
        <pc:sldMkLst>
          <pc:docMk/>
          <pc:sldMk cId="3356257603" sldId="337"/>
        </pc:sldMkLst>
        <pc:spChg chg="mod">
          <ac:chgData name="Nikitha k" userId="e593f6d46afccc86" providerId="LiveId" clId="{C4E61E97-996E-4A98-85C3-54B0F0E09A92}" dt="2025-03-25T10:45:34.951" v="101" actId="2711"/>
          <ac:spMkLst>
            <pc:docMk/>
            <pc:sldMk cId="3356257603" sldId="337"/>
            <ac:spMk id="2" creationId="{771FC32C-F517-5C01-3C85-77BFB64AC392}"/>
          </ac:spMkLst>
        </pc:spChg>
        <pc:spChg chg="mod">
          <ac:chgData name="Nikitha k" userId="e593f6d46afccc86" providerId="LiveId" clId="{C4E61E97-996E-4A98-85C3-54B0F0E09A92}" dt="2025-03-25T10:50:23.249" v="144" actId="12"/>
          <ac:spMkLst>
            <pc:docMk/>
            <pc:sldMk cId="3356257603" sldId="337"/>
            <ac:spMk id="3" creationId="{147B4E8B-E48B-A548-D09F-E83BE514545C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3356257603" sldId="337"/>
            <ac:spMk id="4" creationId="{4727E0D6-41DF-FBD4-A21E-028A80893560}"/>
          </ac:spMkLst>
        </pc:spChg>
      </pc:sldChg>
      <pc:sldChg chg="modSp mod">
        <pc:chgData name="Nikitha k" userId="e593f6d46afccc86" providerId="LiveId" clId="{C4E61E97-996E-4A98-85C3-54B0F0E09A92}" dt="2025-03-25T10:51:26.923" v="166" actId="20577"/>
        <pc:sldMkLst>
          <pc:docMk/>
          <pc:sldMk cId="2949755482" sldId="338"/>
        </pc:sldMkLst>
        <pc:spChg chg="mod">
          <ac:chgData name="Nikitha k" userId="e593f6d46afccc86" providerId="LiveId" clId="{C4E61E97-996E-4A98-85C3-54B0F0E09A92}" dt="2025-03-25T10:51:26.923" v="166" actId="20577"/>
          <ac:spMkLst>
            <pc:docMk/>
            <pc:sldMk cId="2949755482" sldId="338"/>
            <ac:spMk id="2" creationId="{A0623CA1-CBE7-87DF-BC7F-C0386CE70E0A}"/>
          </ac:spMkLst>
        </pc:spChg>
        <pc:spChg chg="mod">
          <ac:chgData name="Nikitha k" userId="e593f6d46afccc86" providerId="LiveId" clId="{C4E61E97-996E-4A98-85C3-54B0F0E09A92}" dt="2025-03-25T10:48:48.615" v="124" actId="12"/>
          <ac:spMkLst>
            <pc:docMk/>
            <pc:sldMk cId="2949755482" sldId="338"/>
            <ac:spMk id="3" creationId="{148475E1-0FBE-8BDB-DBF9-BA8EBB4AAAEB}"/>
          </ac:spMkLst>
        </pc:spChg>
        <pc:spChg chg="mod">
          <ac:chgData name="Nikitha k" userId="e593f6d46afccc86" providerId="LiveId" clId="{C4E61E97-996E-4A98-85C3-54B0F0E09A92}" dt="2025-03-25T10:41:04.534" v="4"/>
          <ac:spMkLst>
            <pc:docMk/>
            <pc:sldMk cId="2949755482" sldId="338"/>
            <ac:spMk id="4" creationId="{AF023CEE-D159-C4BB-C8C1-AC655365ED65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4-28T23:33:49.051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D88E4-D82A-49D3-A6E4-4153586A10EB}" type="doc">
      <dgm:prSet loTypeId="urn:microsoft.com/office/officeart/2005/8/layout/process1" loCatId="process" qsTypeId="urn:microsoft.com/office/officeart/2005/8/quickstyle/simple1" qsCatId="simple" csTypeId="urn:microsoft.com/office/officeart/2005/8/colors/accent6_1" csCatId="accent6" phldr="1"/>
      <dgm:spPr/>
    </dgm:pt>
    <dgm:pt modelId="{81AEA6A2-FFA1-45D0-BBBF-7B58FB72090A}">
      <dgm:prSet phldrT="[Text]"/>
      <dgm:spPr/>
      <dgm:t>
        <a:bodyPr/>
        <a:lstStyle/>
        <a:p>
          <a:r>
            <a:rPr lang="en-US" dirty="0" smtClean="0"/>
            <a:t>DATA COLLECTION</a:t>
          </a:r>
          <a:endParaRPr lang="en-US" dirty="0"/>
        </a:p>
      </dgm:t>
    </dgm:pt>
    <dgm:pt modelId="{1FBDC8FB-738A-4ECB-B83D-22250022CD5C}" type="parTrans" cxnId="{AA65E99D-B0B6-4913-97B2-4F39705F9EEB}">
      <dgm:prSet/>
      <dgm:spPr/>
      <dgm:t>
        <a:bodyPr/>
        <a:lstStyle/>
        <a:p>
          <a:endParaRPr lang="en-US"/>
        </a:p>
      </dgm:t>
    </dgm:pt>
    <dgm:pt modelId="{78E697B7-7526-45F3-8031-CE2A92273FEE}" type="sibTrans" cxnId="{AA65E99D-B0B6-4913-97B2-4F39705F9EEB}">
      <dgm:prSet/>
      <dgm:spPr/>
      <dgm:t>
        <a:bodyPr/>
        <a:lstStyle/>
        <a:p>
          <a:endParaRPr lang="en-US"/>
        </a:p>
      </dgm:t>
    </dgm:pt>
    <dgm:pt modelId="{EF7AA89F-B388-472B-9DF9-F6798F0EE3D5}">
      <dgm:prSet phldrT="[Text]"/>
      <dgm:spPr/>
      <dgm:t>
        <a:bodyPr/>
        <a:lstStyle/>
        <a:p>
          <a:r>
            <a:rPr lang="en-US" dirty="0" smtClean="0"/>
            <a:t>DEPLOYMENT</a:t>
          </a:r>
          <a:endParaRPr lang="en-US" dirty="0"/>
        </a:p>
      </dgm:t>
    </dgm:pt>
    <dgm:pt modelId="{02D466B0-FF8E-4B91-9619-B4EEF408CC2A}" type="parTrans" cxnId="{E0BD07CE-A5B4-4767-B819-8B4DD25E9247}">
      <dgm:prSet/>
      <dgm:spPr/>
      <dgm:t>
        <a:bodyPr/>
        <a:lstStyle/>
        <a:p>
          <a:endParaRPr lang="en-US"/>
        </a:p>
      </dgm:t>
    </dgm:pt>
    <dgm:pt modelId="{9211D17C-0960-46CB-9853-C6054BA575E1}" type="sibTrans" cxnId="{E0BD07CE-A5B4-4767-B819-8B4DD25E9247}">
      <dgm:prSet/>
      <dgm:spPr/>
      <dgm:t>
        <a:bodyPr/>
        <a:lstStyle/>
        <a:p>
          <a:endParaRPr lang="en-US"/>
        </a:p>
      </dgm:t>
    </dgm:pt>
    <dgm:pt modelId="{81591BF1-99D3-46B6-9B01-E67333319049}">
      <dgm:prSet phldrT="[Text]"/>
      <dgm:spPr/>
      <dgm:t>
        <a:bodyPr/>
        <a:lstStyle/>
        <a:p>
          <a:r>
            <a:rPr lang="en-US" dirty="0" smtClean="0"/>
            <a:t>DATA PREPROCESSING</a:t>
          </a:r>
          <a:endParaRPr lang="en-US" dirty="0"/>
        </a:p>
      </dgm:t>
    </dgm:pt>
    <dgm:pt modelId="{249DFD0C-7C1F-456D-8807-131C60F5736F}" type="parTrans" cxnId="{0ABCB574-D691-4922-B421-AB9923136485}">
      <dgm:prSet/>
      <dgm:spPr/>
      <dgm:t>
        <a:bodyPr/>
        <a:lstStyle/>
        <a:p>
          <a:endParaRPr lang="en-US"/>
        </a:p>
      </dgm:t>
    </dgm:pt>
    <dgm:pt modelId="{63BD91B8-E25C-4139-811C-750DCF6633C4}" type="sibTrans" cxnId="{0ABCB574-D691-4922-B421-AB9923136485}">
      <dgm:prSet/>
      <dgm:spPr/>
      <dgm:t>
        <a:bodyPr/>
        <a:lstStyle/>
        <a:p>
          <a:endParaRPr lang="en-US"/>
        </a:p>
      </dgm:t>
    </dgm:pt>
    <dgm:pt modelId="{336BDC3D-EE14-470A-9A3F-724BF9371077}">
      <dgm:prSet phldrT="[Text]"/>
      <dgm:spPr/>
      <dgm:t>
        <a:bodyPr/>
        <a:lstStyle/>
        <a:p>
          <a:r>
            <a:rPr lang="en-US" dirty="0" smtClean="0"/>
            <a:t>DATA SPLITTING</a:t>
          </a:r>
          <a:endParaRPr lang="en-US" dirty="0"/>
        </a:p>
      </dgm:t>
    </dgm:pt>
    <dgm:pt modelId="{9D7181BD-1528-4C35-96F0-FA4DE0D17AF8}" type="parTrans" cxnId="{E4CCFE56-2878-4F39-84FC-44838880B6FD}">
      <dgm:prSet/>
      <dgm:spPr/>
      <dgm:t>
        <a:bodyPr/>
        <a:lstStyle/>
        <a:p>
          <a:endParaRPr lang="en-US"/>
        </a:p>
      </dgm:t>
    </dgm:pt>
    <dgm:pt modelId="{F8A61C87-49B5-4970-A480-BDE3FAE61E9F}" type="sibTrans" cxnId="{E4CCFE56-2878-4F39-84FC-44838880B6FD}">
      <dgm:prSet/>
      <dgm:spPr/>
      <dgm:t>
        <a:bodyPr/>
        <a:lstStyle/>
        <a:p>
          <a:endParaRPr lang="en-US"/>
        </a:p>
      </dgm:t>
    </dgm:pt>
    <dgm:pt modelId="{C131D26A-2C46-48B4-B380-E227B446692B}">
      <dgm:prSet phldrT="[Text]"/>
      <dgm:spPr/>
      <dgm:t>
        <a:bodyPr/>
        <a:lstStyle/>
        <a:p>
          <a:r>
            <a:rPr lang="en-US" dirty="0" smtClean="0"/>
            <a:t>MODEL IMPLEMENTATION AND TRAINING</a:t>
          </a:r>
          <a:endParaRPr lang="en-US" dirty="0"/>
        </a:p>
      </dgm:t>
    </dgm:pt>
    <dgm:pt modelId="{7F46D74B-45AE-4411-8F98-9F9E0BD92D54}" type="parTrans" cxnId="{C1112DBF-7F0F-456C-86AD-95E0D5D2DBDE}">
      <dgm:prSet/>
      <dgm:spPr/>
      <dgm:t>
        <a:bodyPr/>
        <a:lstStyle/>
        <a:p>
          <a:endParaRPr lang="en-US"/>
        </a:p>
      </dgm:t>
    </dgm:pt>
    <dgm:pt modelId="{6E92244A-7E2D-4006-AA29-57BB536A4F6C}" type="sibTrans" cxnId="{C1112DBF-7F0F-456C-86AD-95E0D5D2DBDE}">
      <dgm:prSet/>
      <dgm:spPr/>
      <dgm:t>
        <a:bodyPr/>
        <a:lstStyle/>
        <a:p>
          <a:endParaRPr lang="en-US"/>
        </a:p>
      </dgm:t>
    </dgm:pt>
    <dgm:pt modelId="{435600D6-56E2-4526-9645-B01FA5A5A427}">
      <dgm:prSet phldrT="[Text]"/>
      <dgm:spPr/>
      <dgm:t>
        <a:bodyPr/>
        <a:lstStyle/>
        <a:p>
          <a:r>
            <a:rPr lang="en-US" dirty="0" smtClean="0"/>
            <a:t>FEATURE EXTRACTION</a:t>
          </a:r>
          <a:endParaRPr lang="en-US" dirty="0"/>
        </a:p>
      </dgm:t>
    </dgm:pt>
    <dgm:pt modelId="{4F4EC0D7-466D-474E-91B8-BB79B6074E2C}" type="parTrans" cxnId="{D1E6F7C6-7C64-4E05-AAB9-0930EDDC1D32}">
      <dgm:prSet/>
      <dgm:spPr/>
      <dgm:t>
        <a:bodyPr/>
        <a:lstStyle/>
        <a:p>
          <a:endParaRPr lang="en-US"/>
        </a:p>
      </dgm:t>
    </dgm:pt>
    <dgm:pt modelId="{244489A1-1141-4B19-94B9-4C29CABE9F0E}" type="sibTrans" cxnId="{D1E6F7C6-7C64-4E05-AAB9-0930EDDC1D32}">
      <dgm:prSet/>
      <dgm:spPr/>
      <dgm:t>
        <a:bodyPr/>
        <a:lstStyle/>
        <a:p>
          <a:endParaRPr lang="en-US"/>
        </a:p>
      </dgm:t>
    </dgm:pt>
    <dgm:pt modelId="{7DC0999C-9DBB-414E-9C87-47324F11637A}">
      <dgm:prSet phldrT="[Text]"/>
      <dgm:spPr/>
      <dgm:t>
        <a:bodyPr/>
        <a:lstStyle/>
        <a:p>
          <a:r>
            <a:rPr lang="en-US" dirty="0" smtClean="0"/>
            <a:t>EXERCISE RECOMMENDATION</a:t>
          </a:r>
          <a:endParaRPr lang="en-US" dirty="0"/>
        </a:p>
      </dgm:t>
    </dgm:pt>
    <dgm:pt modelId="{AB0608C3-FE4E-4958-96F8-72276BE276B7}" type="parTrans" cxnId="{21ABBE9D-6DC7-47B1-9866-8147B3CF13D9}">
      <dgm:prSet/>
      <dgm:spPr/>
      <dgm:t>
        <a:bodyPr/>
        <a:lstStyle/>
        <a:p>
          <a:endParaRPr lang="en-US"/>
        </a:p>
      </dgm:t>
    </dgm:pt>
    <dgm:pt modelId="{353B9870-716A-44F8-9A08-68F11CF38C3E}" type="sibTrans" cxnId="{21ABBE9D-6DC7-47B1-9866-8147B3CF13D9}">
      <dgm:prSet/>
      <dgm:spPr/>
      <dgm:t>
        <a:bodyPr/>
        <a:lstStyle/>
        <a:p>
          <a:endParaRPr lang="en-US"/>
        </a:p>
      </dgm:t>
    </dgm:pt>
    <dgm:pt modelId="{09D3647F-008D-41E8-B91B-2EF9A3F54B29}">
      <dgm:prSet phldrT="[Text]"/>
      <dgm:spPr/>
      <dgm:t>
        <a:bodyPr/>
        <a:lstStyle/>
        <a:p>
          <a:r>
            <a:rPr lang="en-US" dirty="0" smtClean="0"/>
            <a:t>TESTING</a:t>
          </a:r>
          <a:endParaRPr lang="en-US" dirty="0"/>
        </a:p>
      </dgm:t>
    </dgm:pt>
    <dgm:pt modelId="{9B222D02-B6A2-4BB0-A30B-0A2B7055AC6F}" type="parTrans" cxnId="{B9AFC476-06FB-4AD8-BFA6-D0958AC70C38}">
      <dgm:prSet/>
      <dgm:spPr/>
      <dgm:t>
        <a:bodyPr/>
        <a:lstStyle/>
        <a:p>
          <a:endParaRPr lang="en-US"/>
        </a:p>
      </dgm:t>
    </dgm:pt>
    <dgm:pt modelId="{8F91F558-5D6E-4EEB-909C-05DCCCB4CB9D}" type="sibTrans" cxnId="{B9AFC476-06FB-4AD8-BFA6-D0958AC70C38}">
      <dgm:prSet/>
      <dgm:spPr/>
      <dgm:t>
        <a:bodyPr/>
        <a:lstStyle/>
        <a:p>
          <a:endParaRPr lang="en-US"/>
        </a:p>
      </dgm:t>
    </dgm:pt>
    <dgm:pt modelId="{437C1FA0-1386-426C-AC4F-F7DC913669A4}">
      <dgm:prSet phldrT="[Text]"/>
      <dgm:spPr/>
      <dgm:t>
        <a:bodyPr/>
        <a:lstStyle/>
        <a:p>
          <a:r>
            <a:rPr lang="en-US" dirty="0" smtClean="0"/>
            <a:t>APPLICATION DEVELOPMENT</a:t>
          </a:r>
          <a:endParaRPr lang="en-US" dirty="0"/>
        </a:p>
      </dgm:t>
    </dgm:pt>
    <dgm:pt modelId="{84EAAB8C-83C6-4FE8-AE3E-34587709CA72}" type="parTrans" cxnId="{9085D227-15CE-4C9D-A19A-3B572EB18116}">
      <dgm:prSet/>
      <dgm:spPr/>
      <dgm:t>
        <a:bodyPr/>
        <a:lstStyle/>
        <a:p>
          <a:endParaRPr lang="en-US"/>
        </a:p>
      </dgm:t>
    </dgm:pt>
    <dgm:pt modelId="{9E6756C1-340D-4785-A279-975474BFB9F9}" type="sibTrans" cxnId="{9085D227-15CE-4C9D-A19A-3B572EB18116}">
      <dgm:prSet/>
      <dgm:spPr/>
      <dgm:t>
        <a:bodyPr/>
        <a:lstStyle/>
        <a:p>
          <a:endParaRPr lang="en-US"/>
        </a:p>
      </dgm:t>
    </dgm:pt>
    <dgm:pt modelId="{29436D43-9199-4E53-B767-B811526BB357}" type="pres">
      <dgm:prSet presAssocID="{E54D88E4-D82A-49D3-A6E4-4153586A10EB}" presName="Name0" presStyleCnt="0">
        <dgm:presLayoutVars>
          <dgm:dir/>
          <dgm:resizeHandles val="exact"/>
        </dgm:presLayoutVars>
      </dgm:prSet>
      <dgm:spPr/>
    </dgm:pt>
    <dgm:pt modelId="{A34FF8B9-4FA3-47EC-AE18-5428B493470E}" type="pres">
      <dgm:prSet presAssocID="{81AEA6A2-FFA1-45D0-BBBF-7B58FB72090A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C74A9E-A316-4267-9A9A-64121A56550A}" type="pres">
      <dgm:prSet presAssocID="{78E697B7-7526-45F3-8031-CE2A92273FEE}" presName="sibTrans" presStyleLbl="sibTrans2D1" presStyleIdx="0" presStyleCnt="8"/>
      <dgm:spPr/>
      <dgm:t>
        <a:bodyPr/>
        <a:lstStyle/>
        <a:p>
          <a:endParaRPr lang="en-US"/>
        </a:p>
      </dgm:t>
    </dgm:pt>
    <dgm:pt modelId="{A16668DC-6609-4DA7-9130-E8E2AEC7192D}" type="pres">
      <dgm:prSet presAssocID="{78E697B7-7526-45F3-8031-CE2A92273FEE}" presName="connectorText" presStyleLbl="sibTrans2D1" presStyleIdx="0" presStyleCnt="8"/>
      <dgm:spPr/>
      <dgm:t>
        <a:bodyPr/>
        <a:lstStyle/>
        <a:p>
          <a:endParaRPr lang="en-US"/>
        </a:p>
      </dgm:t>
    </dgm:pt>
    <dgm:pt modelId="{F346F6E0-73DB-4237-B512-058D4FB5C78B}" type="pres">
      <dgm:prSet presAssocID="{81591BF1-99D3-46B6-9B01-E67333319049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2A43860-073D-4184-90C1-1139416022E1}" type="pres">
      <dgm:prSet presAssocID="{63BD91B8-E25C-4139-811C-750DCF6633C4}" presName="sibTrans" presStyleLbl="sibTrans2D1" presStyleIdx="1" presStyleCnt="8"/>
      <dgm:spPr/>
      <dgm:t>
        <a:bodyPr/>
        <a:lstStyle/>
        <a:p>
          <a:endParaRPr lang="en-US"/>
        </a:p>
      </dgm:t>
    </dgm:pt>
    <dgm:pt modelId="{AA9B9683-A08A-471F-85F6-4703DBCCA5CE}" type="pres">
      <dgm:prSet presAssocID="{63BD91B8-E25C-4139-811C-750DCF6633C4}" presName="connectorText" presStyleLbl="sibTrans2D1" presStyleIdx="1" presStyleCnt="8"/>
      <dgm:spPr/>
      <dgm:t>
        <a:bodyPr/>
        <a:lstStyle/>
        <a:p>
          <a:endParaRPr lang="en-US"/>
        </a:p>
      </dgm:t>
    </dgm:pt>
    <dgm:pt modelId="{D2870EA3-51EA-45A4-973F-87D88A6767B6}" type="pres">
      <dgm:prSet presAssocID="{336BDC3D-EE14-470A-9A3F-724BF9371077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3FA9B8-DD8F-4ED5-A58F-3FFDE6762DFE}" type="pres">
      <dgm:prSet presAssocID="{F8A61C87-49B5-4970-A480-BDE3FAE61E9F}" presName="sibTrans" presStyleLbl="sibTrans2D1" presStyleIdx="2" presStyleCnt="8"/>
      <dgm:spPr/>
      <dgm:t>
        <a:bodyPr/>
        <a:lstStyle/>
        <a:p>
          <a:endParaRPr lang="en-US"/>
        </a:p>
      </dgm:t>
    </dgm:pt>
    <dgm:pt modelId="{6EFDC298-F564-475F-9045-78D0C63F4FAE}" type="pres">
      <dgm:prSet presAssocID="{F8A61C87-49B5-4970-A480-BDE3FAE61E9F}" presName="connectorText" presStyleLbl="sibTrans2D1" presStyleIdx="2" presStyleCnt="8"/>
      <dgm:spPr/>
      <dgm:t>
        <a:bodyPr/>
        <a:lstStyle/>
        <a:p>
          <a:endParaRPr lang="en-US"/>
        </a:p>
      </dgm:t>
    </dgm:pt>
    <dgm:pt modelId="{3FBCF2F7-D463-4279-A0A2-497285F6A98D}" type="pres">
      <dgm:prSet presAssocID="{C131D26A-2C46-48B4-B380-E227B446692B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545070-D2C3-481B-BDA2-8C46344B107E}" type="pres">
      <dgm:prSet presAssocID="{6E92244A-7E2D-4006-AA29-57BB536A4F6C}" presName="sibTrans" presStyleLbl="sibTrans2D1" presStyleIdx="3" presStyleCnt="8"/>
      <dgm:spPr/>
      <dgm:t>
        <a:bodyPr/>
        <a:lstStyle/>
        <a:p>
          <a:endParaRPr lang="en-US"/>
        </a:p>
      </dgm:t>
    </dgm:pt>
    <dgm:pt modelId="{37F1815F-5F5C-44E7-AF33-F023FCE72FD4}" type="pres">
      <dgm:prSet presAssocID="{6E92244A-7E2D-4006-AA29-57BB536A4F6C}" presName="connectorText" presStyleLbl="sibTrans2D1" presStyleIdx="3" presStyleCnt="8"/>
      <dgm:spPr/>
      <dgm:t>
        <a:bodyPr/>
        <a:lstStyle/>
        <a:p>
          <a:endParaRPr lang="en-US"/>
        </a:p>
      </dgm:t>
    </dgm:pt>
    <dgm:pt modelId="{C76D2147-B239-452B-B2AF-F1E721490C1B}" type="pres">
      <dgm:prSet presAssocID="{435600D6-56E2-4526-9645-B01FA5A5A427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05D53A-9A96-46AC-9C21-000142AC4B0B}" type="pres">
      <dgm:prSet presAssocID="{244489A1-1141-4B19-94B9-4C29CABE9F0E}" presName="sibTrans" presStyleLbl="sibTrans2D1" presStyleIdx="4" presStyleCnt="8"/>
      <dgm:spPr/>
      <dgm:t>
        <a:bodyPr/>
        <a:lstStyle/>
        <a:p>
          <a:endParaRPr lang="en-US"/>
        </a:p>
      </dgm:t>
    </dgm:pt>
    <dgm:pt modelId="{CD899C97-6206-4391-9918-ACEFE2715F3B}" type="pres">
      <dgm:prSet presAssocID="{244489A1-1141-4B19-94B9-4C29CABE9F0E}" presName="connectorText" presStyleLbl="sibTrans2D1" presStyleIdx="4" presStyleCnt="8"/>
      <dgm:spPr/>
      <dgm:t>
        <a:bodyPr/>
        <a:lstStyle/>
        <a:p>
          <a:endParaRPr lang="en-US"/>
        </a:p>
      </dgm:t>
    </dgm:pt>
    <dgm:pt modelId="{1676D9BD-0541-4EA4-BE07-F996A635443A}" type="pres">
      <dgm:prSet presAssocID="{7DC0999C-9DBB-414E-9C87-47324F11637A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B78B08-A332-4500-A853-C06A8F8B8677}" type="pres">
      <dgm:prSet presAssocID="{353B9870-716A-44F8-9A08-68F11CF38C3E}" presName="sibTrans" presStyleLbl="sibTrans2D1" presStyleIdx="5" presStyleCnt="8"/>
      <dgm:spPr/>
      <dgm:t>
        <a:bodyPr/>
        <a:lstStyle/>
        <a:p>
          <a:endParaRPr lang="en-US"/>
        </a:p>
      </dgm:t>
    </dgm:pt>
    <dgm:pt modelId="{69C7D357-4C13-48DE-8925-284101C976AD}" type="pres">
      <dgm:prSet presAssocID="{353B9870-716A-44F8-9A08-68F11CF38C3E}" presName="connectorText" presStyleLbl="sibTrans2D1" presStyleIdx="5" presStyleCnt="8"/>
      <dgm:spPr/>
      <dgm:t>
        <a:bodyPr/>
        <a:lstStyle/>
        <a:p>
          <a:endParaRPr lang="en-US"/>
        </a:p>
      </dgm:t>
    </dgm:pt>
    <dgm:pt modelId="{260D2679-4E21-4F19-ACA3-95DE29E050C1}" type="pres">
      <dgm:prSet presAssocID="{437C1FA0-1386-426C-AC4F-F7DC913669A4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73AAA4-EB7A-4905-9382-5ED7A352D062}" type="pres">
      <dgm:prSet presAssocID="{9E6756C1-340D-4785-A279-975474BFB9F9}" presName="sibTrans" presStyleLbl="sibTrans2D1" presStyleIdx="6" presStyleCnt="8"/>
      <dgm:spPr/>
      <dgm:t>
        <a:bodyPr/>
        <a:lstStyle/>
        <a:p>
          <a:endParaRPr lang="en-US"/>
        </a:p>
      </dgm:t>
    </dgm:pt>
    <dgm:pt modelId="{7ADF6154-C36E-41C5-B749-07F395001776}" type="pres">
      <dgm:prSet presAssocID="{9E6756C1-340D-4785-A279-975474BFB9F9}" presName="connectorText" presStyleLbl="sibTrans2D1" presStyleIdx="6" presStyleCnt="8"/>
      <dgm:spPr/>
      <dgm:t>
        <a:bodyPr/>
        <a:lstStyle/>
        <a:p>
          <a:endParaRPr lang="en-US"/>
        </a:p>
      </dgm:t>
    </dgm:pt>
    <dgm:pt modelId="{BB207960-D518-44E5-BBAE-F06509E0921A}" type="pres">
      <dgm:prSet presAssocID="{09D3647F-008D-41E8-B91B-2EF9A3F54B29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4522DF-9AE7-4A69-AEEA-9B0AE74CAEB4}" type="pres">
      <dgm:prSet presAssocID="{8F91F558-5D6E-4EEB-909C-05DCCCB4CB9D}" presName="sibTrans" presStyleLbl="sibTrans2D1" presStyleIdx="7" presStyleCnt="8"/>
      <dgm:spPr/>
      <dgm:t>
        <a:bodyPr/>
        <a:lstStyle/>
        <a:p>
          <a:endParaRPr lang="en-US"/>
        </a:p>
      </dgm:t>
    </dgm:pt>
    <dgm:pt modelId="{4A148E9C-0774-4047-BFD5-0FCEB3E908B0}" type="pres">
      <dgm:prSet presAssocID="{8F91F558-5D6E-4EEB-909C-05DCCCB4CB9D}" presName="connectorText" presStyleLbl="sibTrans2D1" presStyleIdx="7" presStyleCnt="8"/>
      <dgm:spPr/>
      <dgm:t>
        <a:bodyPr/>
        <a:lstStyle/>
        <a:p>
          <a:endParaRPr lang="en-US"/>
        </a:p>
      </dgm:t>
    </dgm:pt>
    <dgm:pt modelId="{2E996286-9347-49C5-B0BF-FEA23F30B275}" type="pres">
      <dgm:prSet presAssocID="{EF7AA89F-B388-472B-9DF9-F6798F0EE3D5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B44B860-C120-4C99-9D77-F61C487635E2}" type="presOf" srcId="{63BD91B8-E25C-4139-811C-750DCF6633C4}" destId="{AA9B9683-A08A-471F-85F6-4703DBCCA5CE}" srcOrd="1" destOrd="0" presId="urn:microsoft.com/office/officeart/2005/8/layout/process1"/>
    <dgm:cxn modelId="{50622C84-4887-424A-B6D7-95B7A0222A22}" type="presOf" srcId="{437C1FA0-1386-426C-AC4F-F7DC913669A4}" destId="{260D2679-4E21-4F19-ACA3-95DE29E050C1}" srcOrd="0" destOrd="0" presId="urn:microsoft.com/office/officeart/2005/8/layout/process1"/>
    <dgm:cxn modelId="{A6C16812-D089-4EDB-889E-CC88B0F975F1}" type="presOf" srcId="{63BD91B8-E25C-4139-811C-750DCF6633C4}" destId="{82A43860-073D-4184-90C1-1139416022E1}" srcOrd="0" destOrd="0" presId="urn:microsoft.com/office/officeart/2005/8/layout/process1"/>
    <dgm:cxn modelId="{C1112DBF-7F0F-456C-86AD-95E0D5D2DBDE}" srcId="{E54D88E4-D82A-49D3-A6E4-4153586A10EB}" destId="{C131D26A-2C46-48B4-B380-E227B446692B}" srcOrd="3" destOrd="0" parTransId="{7F46D74B-45AE-4411-8F98-9F9E0BD92D54}" sibTransId="{6E92244A-7E2D-4006-AA29-57BB536A4F6C}"/>
    <dgm:cxn modelId="{19D7690B-282A-48AC-9FF9-0914DC1FF869}" type="presOf" srcId="{8F91F558-5D6E-4EEB-909C-05DCCCB4CB9D}" destId="{2C4522DF-9AE7-4A69-AEEA-9B0AE74CAEB4}" srcOrd="0" destOrd="0" presId="urn:microsoft.com/office/officeart/2005/8/layout/process1"/>
    <dgm:cxn modelId="{92CBE3F6-6A7E-40F1-8831-C568D6638948}" type="presOf" srcId="{C131D26A-2C46-48B4-B380-E227B446692B}" destId="{3FBCF2F7-D463-4279-A0A2-497285F6A98D}" srcOrd="0" destOrd="0" presId="urn:microsoft.com/office/officeart/2005/8/layout/process1"/>
    <dgm:cxn modelId="{9034E1F7-11FF-42A6-933E-19AFD570066E}" type="presOf" srcId="{336BDC3D-EE14-470A-9A3F-724BF9371077}" destId="{D2870EA3-51EA-45A4-973F-87D88A6767B6}" srcOrd="0" destOrd="0" presId="urn:microsoft.com/office/officeart/2005/8/layout/process1"/>
    <dgm:cxn modelId="{6B8BE11A-7564-436F-A51B-E52DA68E11D6}" type="presOf" srcId="{EF7AA89F-B388-472B-9DF9-F6798F0EE3D5}" destId="{2E996286-9347-49C5-B0BF-FEA23F30B275}" srcOrd="0" destOrd="0" presId="urn:microsoft.com/office/officeart/2005/8/layout/process1"/>
    <dgm:cxn modelId="{635E4AB5-0298-4059-A434-556D0A91C43A}" type="presOf" srcId="{78E697B7-7526-45F3-8031-CE2A92273FEE}" destId="{E3C74A9E-A316-4267-9A9A-64121A56550A}" srcOrd="0" destOrd="0" presId="urn:microsoft.com/office/officeart/2005/8/layout/process1"/>
    <dgm:cxn modelId="{B9AFC476-06FB-4AD8-BFA6-D0958AC70C38}" srcId="{E54D88E4-D82A-49D3-A6E4-4153586A10EB}" destId="{09D3647F-008D-41E8-B91B-2EF9A3F54B29}" srcOrd="7" destOrd="0" parTransId="{9B222D02-B6A2-4BB0-A30B-0A2B7055AC6F}" sibTransId="{8F91F558-5D6E-4EEB-909C-05DCCCB4CB9D}"/>
    <dgm:cxn modelId="{F313518E-A050-4C4B-BF21-3352FDE399E8}" type="presOf" srcId="{81AEA6A2-FFA1-45D0-BBBF-7B58FB72090A}" destId="{A34FF8B9-4FA3-47EC-AE18-5428B493470E}" srcOrd="0" destOrd="0" presId="urn:microsoft.com/office/officeart/2005/8/layout/process1"/>
    <dgm:cxn modelId="{F7C788AD-C77C-4D85-9E62-91CB67355266}" type="presOf" srcId="{6E92244A-7E2D-4006-AA29-57BB536A4F6C}" destId="{37F1815F-5F5C-44E7-AF33-F023FCE72FD4}" srcOrd="1" destOrd="0" presId="urn:microsoft.com/office/officeart/2005/8/layout/process1"/>
    <dgm:cxn modelId="{332B3E79-0386-4C33-968C-E873143EC75D}" type="presOf" srcId="{8F91F558-5D6E-4EEB-909C-05DCCCB4CB9D}" destId="{4A148E9C-0774-4047-BFD5-0FCEB3E908B0}" srcOrd="1" destOrd="0" presId="urn:microsoft.com/office/officeart/2005/8/layout/process1"/>
    <dgm:cxn modelId="{21254692-016F-4D4A-AEBA-C350AB61746D}" type="presOf" srcId="{F8A61C87-49B5-4970-A480-BDE3FAE61E9F}" destId="{6EFDC298-F564-475F-9045-78D0C63F4FAE}" srcOrd="1" destOrd="0" presId="urn:microsoft.com/office/officeart/2005/8/layout/process1"/>
    <dgm:cxn modelId="{E4CCFE56-2878-4F39-84FC-44838880B6FD}" srcId="{E54D88E4-D82A-49D3-A6E4-4153586A10EB}" destId="{336BDC3D-EE14-470A-9A3F-724BF9371077}" srcOrd="2" destOrd="0" parTransId="{9D7181BD-1528-4C35-96F0-FA4DE0D17AF8}" sibTransId="{F8A61C87-49B5-4970-A480-BDE3FAE61E9F}"/>
    <dgm:cxn modelId="{648114C1-0263-4AD3-85A2-C2A5F2935633}" type="presOf" srcId="{F8A61C87-49B5-4970-A480-BDE3FAE61E9F}" destId="{273FA9B8-DD8F-4ED5-A58F-3FFDE6762DFE}" srcOrd="0" destOrd="0" presId="urn:microsoft.com/office/officeart/2005/8/layout/process1"/>
    <dgm:cxn modelId="{E232D547-A7F7-4699-BC51-45050BF3BE96}" type="presOf" srcId="{435600D6-56E2-4526-9645-B01FA5A5A427}" destId="{C76D2147-B239-452B-B2AF-F1E721490C1B}" srcOrd="0" destOrd="0" presId="urn:microsoft.com/office/officeart/2005/8/layout/process1"/>
    <dgm:cxn modelId="{D1E6F7C6-7C64-4E05-AAB9-0930EDDC1D32}" srcId="{E54D88E4-D82A-49D3-A6E4-4153586A10EB}" destId="{435600D6-56E2-4526-9645-B01FA5A5A427}" srcOrd="4" destOrd="0" parTransId="{4F4EC0D7-466D-474E-91B8-BB79B6074E2C}" sibTransId="{244489A1-1141-4B19-94B9-4C29CABE9F0E}"/>
    <dgm:cxn modelId="{9D3E8EE3-6668-4547-91A8-3F03B4BF50E5}" type="presOf" srcId="{353B9870-716A-44F8-9A08-68F11CF38C3E}" destId="{69C7D357-4C13-48DE-8925-284101C976AD}" srcOrd="1" destOrd="0" presId="urn:microsoft.com/office/officeart/2005/8/layout/process1"/>
    <dgm:cxn modelId="{E2101830-940B-4ECE-BC19-11379FCFE812}" type="presOf" srcId="{09D3647F-008D-41E8-B91B-2EF9A3F54B29}" destId="{BB207960-D518-44E5-BBAE-F06509E0921A}" srcOrd="0" destOrd="0" presId="urn:microsoft.com/office/officeart/2005/8/layout/process1"/>
    <dgm:cxn modelId="{0ABCB574-D691-4922-B421-AB9923136485}" srcId="{E54D88E4-D82A-49D3-A6E4-4153586A10EB}" destId="{81591BF1-99D3-46B6-9B01-E67333319049}" srcOrd="1" destOrd="0" parTransId="{249DFD0C-7C1F-456D-8807-131C60F5736F}" sibTransId="{63BD91B8-E25C-4139-811C-750DCF6633C4}"/>
    <dgm:cxn modelId="{E0BD07CE-A5B4-4767-B819-8B4DD25E9247}" srcId="{E54D88E4-D82A-49D3-A6E4-4153586A10EB}" destId="{EF7AA89F-B388-472B-9DF9-F6798F0EE3D5}" srcOrd="8" destOrd="0" parTransId="{02D466B0-FF8E-4B91-9619-B4EEF408CC2A}" sibTransId="{9211D17C-0960-46CB-9853-C6054BA575E1}"/>
    <dgm:cxn modelId="{9085D227-15CE-4C9D-A19A-3B572EB18116}" srcId="{E54D88E4-D82A-49D3-A6E4-4153586A10EB}" destId="{437C1FA0-1386-426C-AC4F-F7DC913669A4}" srcOrd="6" destOrd="0" parTransId="{84EAAB8C-83C6-4FE8-AE3E-34587709CA72}" sibTransId="{9E6756C1-340D-4785-A279-975474BFB9F9}"/>
    <dgm:cxn modelId="{C5D80125-59FA-4C78-AFCC-4EBE1BE38489}" type="presOf" srcId="{9E6756C1-340D-4785-A279-975474BFB9F9}" destId="{D573AAA4-EB7A-4905-9382-5ED7A352D062}" srcOrd="0" destOrd="0" presId="urn:microsoft.com/office/officeart/2005/8/layout/process1"/>
    <dgm:cxn modelId="{21ABBE9D-6DC7-47B1-9866-8147B3CF13D9}" srcId="{E54D88E4-D82A-49D3-A6E4-4153586A10EB}" destId="{7DC0999C-9DBB-414E-9C87-47324F11637A}" srcOrd="5" destOrd="0" parTransId="{AB0608C3-FE4E-4958-96F8-72276BE276B7}" sibTransId="{353B9870-716A-44F8-9A08-68F11CF38C3E}"/>
    <dgm:cxn modelId="{E7EBB8F8-DE1A-491E-A61E-D636D134ADF1}" type="presOf" srcId="{353B9870-716A-44F8-9A08-68F11CF38C3E}" destId="{B9B78B08-A332-4500-A853-C06A8F8B8677}" srcOrd="0" destOrd="0" presId="urn:microsoft.com/office/officeart/2005/8/layout/process1"/>
    <dgm:cxn modelId="{E440E3BF-3792-4D44-A945-143814021AC7}" type="presOf" srcId="{244489A1-1141-4B19-94B9-4C29CABE9F0E}" destId="{5505D53A-9A96-46AC-9C21-000142AC4B0B}" srcOrd="0" destOrd="0" presId="urn:microsoft.com/office/officeart/2005/8/layout/process1"/>
    <dgm:cxn modelId="{AC1D2A35-F52D-4A89-BCA8-5E842861FADA}" type="presOf" srcId="{78E697B7-7526-45F3-8031-CE2A92273FEE}" destId="{A16668DC-6609-4DA7-9130-E8E2AEC7192D}" srcOrd="1" destOrd="0" presId="urn:microsoft.com/office/officeart/2005/8/layout/process1"/>
    <dgm:cxn modelId="{103438D6-581B-4F49-8B93-BB0067521D66}" type="presOf" srcId="{81591BF1-99D3-46B6-9B01-E67333319049}" destId="{F346F6E0-73DB-4237-B512-058D4FB5C78B}" srcOrd="0" destOrd="0" presId="urn:microsoft.com/office/officeart/2005/8/layout/process1"/>
    <dgm:cxn modelId="{89D47CC2-6F45-4FA4-ABFD-D1F8C23B214B}" type="presOf" srcId="{9E6756C1-340D-4785-A279-975474BFB9F9}" destId="{7ADF6154-C36E-41C5-B749-07F395001776}" srcOrd="1" destOrd="0" presId="urn:microsoft.com/office/officeart/2005/8/layout/process1"/>
    <dgm:cxn modelId="{AA65E99D-B0B6-4913-97B2-4F39705F9EEB}" srcId="{E54D88E4-D82A-49D3-A6E4-4153586A10EB}" destId="{81AEA6A2-FFA1-45D0-BBBF-7B58FB72090A}" srcOrd="0" destOrd="0" parTransId="{1FBDC8FB-738A-4ECB-B83D-22250022CD5C}" sibTransId="{78E697B7-7526-45F3-8031-CE2A92273FEE}"/>
    <dgm:cxn modelId="{94B675B5-91BC-488C-B375-59D961C34316}" type="presOf" srcId="{244489A1-1141-4B19-94B9-4C29CABE9F0E}" destId="{CD899C97-6206-4391-9918-ACEFE2715F3B}" srcOrd="1" destOrd="0" presId="urn:microsoft.com/office/officeart/2005/8/layout/process1"/>
    <dgm:cxn modelId="{157349BD-9D3F-418A-BADF-A70E0E905C45}" type="presOf" srcId="{E54D88E4-D82A-49D3-A6E4-4153586A10EB}" destId="{29436D43-9199-4E53-B767-B811526BB357}" srcOrd="0" destOrd="0" presId="urn:microsoft.com/office/officeart/2005/8/layout/process1"/>
    <dgm:cxn modelId="{524C6405-6E70-44BD-82C4-173FB4ED2298}" type="presOf" srcId="{6E92244A-7E2D-4006-AA29-57BB536A4F6C}" destId="{86545070-D2C3-481B-BDA2-8C46344B107E}" srcOrd="0" destOrd="0" presId="urn:microsoft.com/office/officeart/2005/8/layout/process1"/>
    <dgm:cxn modelId="{D1B9EB5D-07D6-438E-B7B7-BD37AF24D300}" type="presOf" srcId="{7DC0999C-9DBB-414E-9C87-47324F11637A}" destId="{1676D9BD-0541-4EA4-BE07-F996A635443A}" srcOrd="0" destOrd="0" presId="urn:microsoft.com/office/officeart/2005/8/layout/process1"/>
    <dgm:cxn modelId="{70191B4E-D294-4854-ABD6-A3BDBB6FC5DA}" type="presParOf" srcId="{29436D43-9199-4E53-B767-B811526BB357}" destId="{A34FF8B9-4FA3-47EC-AE18-5428B493470E}" srcOrd="0" destOrd="0" presId="urn:microsoft.com/office/officeart/2005/8/layout/process1"/>
    <dgm:cxn modelId="{EE577C23-6401-477E-99A4-87CA74787914}" type="presParOf" srcId="{29436D43-9199-4E53-B767-B811526BB357}" destId="{E3C74A9E-A316-4267-9A9A-64121A56550A}" srcOrd="1" destOrd="0" presId="urn:microsoft.com/office/officeart/2005/8/layout/process1"/>
    <dgm:cxn modelId="{8D556CCF-F523-4BB6-94FA-1C9ACCC0DD3B}" type="presParOf" srcId="{E3C74A9E-A316-4267-9A9A-64121A56550A}" destId="{A16668DC-6609-4DA7-9130-E8E2AEC7192D}" srcOrd="0" destOrd="0" presId="urn:microsoft.com/office/officeart/2005/8/layout/process1"/>
    <dgm:cxn modelId="{3D9D1DE9-EE22-4424-AF49-007D342C2C8A}" type="presParOf" srcId="{29436D43-9199-4E53-B767-B811526BB357}" destId="{F346F6E0-73DB-4237-B512-058D4FB5C78B}" srcOrd="2" destOrd="0" presId="urn:microsoft.com/office/officeart/2005/8/layout/process1"/>
    <dgm:cxn modelId="{4612B1E6-2421-4E08-9FAA-0247E1E23714}" type="presParOf" srcId="{29436D43-9199-4E53-B767-B811526BB357}" destId="{82A43860-073D-4184-90C1-1139416022E1}" srcOrd="3" destOrd="0" presId="urn:microsoft.com/office/officeart/2005/8/layout/process1"/>
    <dgm:cxn modelId="{EA33D08B-A667-447E-9EDA-9A214B63378C}" type="presParOf" srcId="{82A43860-073D-4184-90C1-1139416022E1}" destId="{AA9B9683-A08A-471F-85F6-4703DBCCA5CE}" srcOrd="0" destOrd="0" presId="urn:microsoft.com/office/officeart/2005/8/layout/process1"/>
    <dgm:cxn modelId="{ECF99952-43E6-45ED-9277-FFD04AEEA25E}" type="presParOf" srcId="{29436D43-9199-4E53-B767-B811526BB357}" destId="{D2870EA3-51EA-45A4-973F-87D88A6767B6}" srcOrd="4" destOrd="0" presId="urn:microsoft.com/office/officeart/2005/8/layout/process1"/>
    <dgm:cxn modelId="{AFE222C6-DFB3-432F-B99E-192361DC1C3F}" type="presParOf" srcId="{29436D43-9199-4E53-B767-B811526BB357}" destId="{273FA9B8-DD8F-4ED5-A58F-3FFDE6762DFE}" srcOrd="5" destOrd="0" presId="urn:microsoft.com/office/officeart/2005/8/layout/process1"/>
    <dgm:cxn modelId="{7577DED5-82E8-4AA6-9C22-F94E40F2490C}" type="presParOf" srcId="{273FA9B8-DD8F-4ED5-A58F-3FFDE6762DFE}" destId="{6EFDC298-F564-475F-9045-78D0C63F4FAE}" srcOrd="0" destOrd="0" presId="urn:microsoft.com/office/officeart/2005/8/layout/process1"/>
    <dgm:cxn modelId="{F589AA25-7125-4E6B-811C-8AA3B40D3B97}" type="presParOf" srcId="{29436D43-9199-4E53-B767-B811526BB357}" destId="{3FBCF2F7-D463-4279-A0A2-497285F6A98D}" srcOrd="6" destOrd="0" presId="urn:microsoft.com/office/officeart/2005/8/layout/process1"/>
    <dgm:cxn modelId="{64088193-15B1-4E32-A9B1-F63CF818FFF5}" type="presParOf" srcId="{29436D43-9199-4E53-B767-B811526BB357}" destId="{86545070-D2C3-481B-BDA2-8C46344B107E}" srcOrd="7" destOrd="0" presId="urn:microsoft.com/office/officeart/2005/8/layout/process1"/>
    <dgm:cxn modelId="{640B4BEC-6004-4931-B4B6-555EE0F78FF6}" type="presParOf" srcId="{86545070-D2C3-481B-BDA2-8C46344B107E}" destId="{37F1815F-5F5C-44E7-AF33-F023FCE72FD4}" srcOrd="0" destOrd="0" presId="urn:microsoft.com/office/officeart/2005/8/layout/process1"/>
    <dgm:cxn modelId="{CE11DACF-AC4B-4315-A84A-14F6C7324551}" type="presParOf" srcId="{29436D43-9199-4E53-B767-B811526BB357}" destId="{C76D2147-B239-452B-B2AF-F1E721490C1B}" srcOrd="8" destOrd="0" presId="urn:microsoft.com/office/officeart/2005/8/layout/process1"/>
    <dgm:cxn modelId="{60055B9A-D04D-449A-BD6B-EC77126CB104}" type="presParOf" srcId="{29436D43-9199-4E53-B767-B811526BB357}" destId="{5505D53A-9A96-46AC-9C21-000142AC4B0B}" srcOrd="9" destOrd="0" presId="urn:microsoft.com/office/officeart/2005/8/layout/process1"/>
    <dgm:cxn modelId="{A442932F-58CD-470F-B6E3-FF180876A1E9}" type="presParOf" srcId="{5505D53A-9A96-46AC-9C21-000142AC4B0B}" destId="{CD899C97-6206-4391-9918-ACEFE2715F3B}" srcOrd="0" destOrd="0" presId="urn:microsoft.com/office/officeart/2005/8/layout/process1"/>
    <dgm:cxn modelId="{64B64BA5-0E16-4F0A-BD2A-339BE579E7C2}" type="presParOf" srcId="{29436D43-9199-4E53-B767-B811526BB357}" destId="{1676D9BD-0541-4EA4-BE07-F996A635443A}" srcOrd="10" destOrd="0" presId="urn:microsoft.com/office/officeart/2005/8/layout/process1"/>
    <dgm:cxn modelId="{80954A99-D7C7-4AF0-8FCB-32226512B416}" type="presParOf" srcId="{29436D43-9199-4E53-B767-B811526BB357}" destId="{B9B78B08-A332-4500-A853-C06A8F8B8677}" srcOrd="11" destOrd="0" presId="urn:microsoft.com/office/officeart/2005/8/layout/process1"/>
    <dgm:cxn modelId="{F9EEBF0F-F5F0-44DE-802B-03EFC014BBB9}" type="presParOf" srcId="{B9B78B08-A332-4500-A853-C06A8F8B8677}" destId="{69C7D357-4C13-48DE-8925-284101C976AD}" srcOrd="0" destOrd="0" presId="urn:microsoft.com/office/officeart/2005/8/layout/process1"/>
    <dgm:cxn modelId="{AF56A4A2-9D9D-44B6-AB75-AFC858F5DCF7}" type="presParOf" srcId="{29436D43-9199-4E53-B767-B811526BB357}" destId="{260D2679-4E21-4F19-ACA3-95DE29E050C1}" srcOrd="12" destOrd="0" presId="urn:microsoft.com/office/officeart/2005/8/layout/process1"/>
    <dgm:cxn modelId="{79EB1ECA-ADB6-4053-A9B1-AE37ABCBC0DA}" type="presParOf" srcId="{29436D43-9199-4E53-B767-B811526BB357}" destId="{D573AAA4-EB7A-4905-9382-5ED7A352D062}" srcOrd="13" destOrd="0" presId="urn:microsoft.com/office/officeart/2005/8/layout/process1"/>
    <dgm:cxn modelId="{C11BD73C-9E8A-4E58-B94A-AB094E20C274}" type="presParOf" srcId="{D573AAA4-EB7A-4905-9382-5ED7A352D062}" destId="{7ADF6154-C36E-41C5-B749-07F395001776}" srcOrd="0" destOrd="0" presId="urn:microsoft.com/office/officeart/2005/8/layout/process1"/>
    <dgm:cxn modelId="{F3787331-9FEF-4A35-8548-3E85539F6024}" type="presParOf" srcId="{29436D43-9199-4E53-B767-B811526BB357}" destId="{BB207960-D518-44E5-BBAE-F06509E0921A}" srcOrd="14" destOrd="0" presId="urn:microsoft.com/office/officeart/2005/8/layout/process1"/>
    <dgm:cxn modelId="{8EA5A595-E793-41DC-ACC3-4AB0AAA8B284}" type="presParOf" srcId="{29436D43-9199-4E53-B767-B811526BB357}" destId="{2C4522DF-9AE7-4A69-AEEA-9B0AE74CAEB4}" srcOrd="15" destOrd="0" presId="urn:microsoft.com/office/officeart/2005/8/layout/process1"/>
    <dgm:cxn modelId="{AADE83DE-FD91-4E7F-AA87-168CECD1D58C}" type="presParOf" srcId="{2C4522DF-9AE7-4A69-AEEA-9B0AE74CAEB4}" destId="{4A148E9C-0774-4047-BFD5-0FCEB3E908B0}" srcOrd="0" destOrd="0" presId="urn:microsoft.com/office/officeart/2005/8/layout/process1"/>
    <dgm:cxn modelId="{9178BE81-BAD9-42D0-B768-962DA2DCBB92}" type="presParOf" srcId="{29436D43-9199-4E53-B767-B811526BB357}" destId="{2E996286-9347-49C5-B0BF-FEA23F30B275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CFD6B-74E7-478B-AF42-7A3A69C8B9A6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4EB9F-01CB-44C3-86C4-19378000C6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28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4EB9F-01CB-44C3-86C4-19378000C62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843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4EB9F-01CB-44C3-86C4-19378000C62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875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D4EB9F-01CB-44C3-86C4-19378000C62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71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9DC6-39C9-4F1D-AC24-4D87887E1CA5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27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508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DDFD-DFDE-41DE-8D57-E114796A528D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55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68750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5706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3BADC-B051-4239-9797-89536BF68E4F}" type="datetime1">
              <a:rPr lang="en-IN" smtClean="0"/>
              <a:t>26-04-2025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9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1DEAE-1653-487F-BA3A-222D61022B8B}" type="datetime1">
              <a:rPr lang="en-IN" smtClean="0"/>
              <a:t>26-04-2025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55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6358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D7E5D-8D9C-4778-9693-B434F29A2411}" type="datetime1">
              <a:rPr lang="en-IN" smtClean="0"/>
              <a:t>26-04-2025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92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241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59887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1C3FED-B379-4E0D-B66B-E41163D93278}" type="datetime1">
              <a:rPr lang="en-IN" smtClean="0"/>
              <a:t>26-04-2025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28354ED-3287-4CC6-8A9D-37FDDA6B1E3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45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0744680/" TargetMode="External"/><Relationship Id="rId3" Type="http://schemas.openxmlformats.org/officeDocument/2006/relationships/hyperlink" Target="http://qirt.gel.ulaval.ca/archives/qirt2023/papers/QIRT-ASIA-2023_paper_27.pdf" TargetMode="External"/><Relationship Id="rId7" Type="http://schemas.openxmlformats.org/officeDocument/2006/relationships/hyperlink" Target="https://aaasjournals.com/index.php/ajapas/article/view/824?utm_source=chatgpt.com" TargetMode="External"/><Relationship Id="rId2" Type="http://schemas.openxmlformats.org/officeDocument/2006/relationships/hyperlink" Target="https://www.sciencedirect.com/science/article/abs/pii/S0010482518300738?via=ihub.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106.14207" TargetMode="External"/><Relationship Id="rId5" Type="http://schemas.openxmlformats.org/officeDocument/2006/relationships/hyperlink" Target="https://www.researchgate.net/publication/362285268_A_Deep_Learning_Method_for_Early_Detection_of_Diabetic_" TargetMode="External"/><Relationship Id="rId4" Type="http://schemas.openxmlformats.org/officeDocument/2006/relationships/hyperlink" Target="https://www.thelancet.com/journals/lancet/article/PIIS0140-6736(05)67698-2/abstract" TargetMode="External"/><Relationship Id="rId9" Type="http://schemas.openxmlformats.org/officeDocument/2006/relationships/hyperlink" Target="https://pmc.ncbi.nlm.nih.gov/articles/PMC6945006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8D995B-1523-B666-C068-833C40621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669" y="350819"/>
            <a:ext cx="1030198" cy="10301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66A7EFB-2EA3-D913-2682-87FD12B4D71F}"/>
              </a:ext>
            </a:extLst>
          </p:cNvPr>
          <p:cNvSpPr txBox="1"/>
          <p:nvPr/>
        </p:nvSpPr>
        <p:spPr>
          <a:xfrm>
            <a:off x="1460426" y="1626476"/>
            <a:ext cx="10731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VENKATESWARA UNIVERSITY COLLEGE OF ENGINEERING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BB8DD25-F9CA-8DC0-3FF3-7323BF51FDB1}"/>
              </a:ext>
            </a:extLst>
          </p:cNvPr>
          <p:cNvSpPr txBox="1"/>
          <p:nvPr/>
        </p:nvSpPr>
        <p:spPr>
          <a:xfrm>
            <a:off x="4303907" y="2313165"/>
            <a:ext cx="5044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TECHNOLOGY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E7230B1-5B0D-39A4-EB34-FFC0E2E72B64}"/>
              </a:ext>
            </a:extLst>
          </p:cNvPr>
          <p:cNvSpPr txBox="1"/>
          <p:nvPr/>
        </p:nvSpPr>
        <p:spPr>
          <a:xfrm>
            <a:off x="6096000" y="2806566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CA945F2-86EC-46BB-1866-3AE087383F26}"/>
              </a:ext>
            </a:extLst>
          </p:cNvPr>
          <p:cNvSpPr txBox="1"/>
          <p:nvPr/>
        </p:nvSpPr>
        <p:spPr>
          <a:xfrm>
            <a:off x="3667540" y="3251215"/>
            <a:ext cx="5744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E7DB5B5-EB14-6E67-3B38-9F09F66EEA97}"/>
              </a:ext>
            </a:extLst>
          </p:cNvPr>
          <p:cNvSpPr txBox="1"/>
          <p:nvPr/>
        </p:nvSpPr>
        <p:spPr>
          <a:xfrm>
            <a:off x="109330" y="3837907"/>
            <a:ext cx="11966713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DIABETES DETECTION USING THERMAL FOOT IMAGING AND </a:t>
            </a:r>
            <a:r>
              <a:rPr lang="en-IN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</a:t>
            </a:r>
            <a:r>
              <a:rPr lang="en-IN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NET-BASED DEEP LEARNING</a:t>
            </a: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5F9424B-41F1-07AC-DFDC-C9A0EF90CF00}"/>
              </a:ext>
            </a:extLst>
          </p:cNvPr>
          <p:cNvSpPr txBox="1"/>
          <p:nvPr/>
        </p:nvSpPr>
        <p:spPr>
          <a:xfrm>
            <a:off x="4375742" y="5044300"/>
            <a:ext cx="3791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F7E3A4E-2E38-EFA9-369D-1304A136384B}"/>
              </a:ext>
            </a:extLst>
          </p:cNvPr>
          <p:cNvSpPr txBox="1"/>
          <p:nvPr/>
        </p:nvSpPr>
        <p:spPr>
          <a:xfrm>
            <a:off x="4375742" y="5382567"/>
            <a:ext cx="566343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sz="3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Hima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Chandana</a:t>
            </a:r>
            <a:endParaRPr lang="en-US" sz="32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Consultant</a:t>
            </a:r>
            <a:endParaRPr 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F90F8291-9A34-9798-338F-58FE39B7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38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7DC0D0C-FB9D-2F01-CB4E-77C0749CBC47}"/>
              </a:ext>
            </a:extLst>
          </p:cNvPr>
          <p:cNvSpPr txBox="1"/>
          <p:nvPr/>
        </p:nvSpPr>
        <p:spPr>
          <a:xfrm>
            <a:off x="3990208" y="437637"/>
            <a:ext cx="4368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endParaRPr lang="en-IN" sz="2800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53C32A4-0709-63FB-8A58-9FCD54B6490D}"/>
              </a:ext>
            </a:extLst>
          </p:cNvPr>
          <p:cNvSpPr txBox="1"/>
          <p:nvPr/>
        </p:nvSpPr>
        <p:spPr>
          <a:xfrm>
            <a:off x="501722" y="1109609"/>
            <a:ext cx="1118855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express our deep sense of gratitude to our guide of the project and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sz="24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Hima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Chandana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,Academic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Consultant, Department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Computer Science And Engineering at Sri Venkateswara University College of Engineering for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 guidance, thought-provoking discussions, and invigorating suggestions extended to us with immense care and zeal throughout the project.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Our sincere thanks are due to 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D. Vivekananda Reddy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Head, Department of Computer Science And Engineering, Sri Venkateswara University College of Engineering for his encouragement and continuous support extended during the period of this project work.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Lastly, we would like to thank all our friends and people who helped directly or indirectly to do this work.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- Sincerely,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Chandramouleshwar J                                    12116013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Kalluri Nikitha                                                12116030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Mocharla Harshini                                          12116048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1D1016D-8A8F-0200-7755-1F2C4A88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65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821D62-D6CA-2AC8-BF2C-EF574DE1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292815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7CE9EC-52B8-DDBE-F25D-269B5F3F0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550513"/>
            <a:ext cx="10058400" cy="490927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and Proposed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</a:t>
            </a: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Filters Used in Processing</a:t>
            </a:r>
            <a:endParaRPr lang="en-US" sz="3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</a:t>
            </a:r>
            <a:endParaRPr lang="en-GB" sz="3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Applications</a:t>
            </a:r>
            <a:endParaRPr lang="en-GB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1EBD195-704B-9095-E7D6-C6CA3EA8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567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1FC32C-F517-5C01-3C85-77BFB64AC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47B4E8B-E48B-A548-D09F-E83BE5145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82382"/>
            <a:ext cx="10364452" cy="43599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mellitus is a widespread metabolic disorder that can lead to severe complications 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foot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ulcers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(DFU)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the risk of infections and amputations.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are often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invasive, time-consuming, and prone to human 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the need for an advanced,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leverages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thermal imaging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diagnostic tool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early DFU detection.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particularly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thermal foot images, identifying temperature variations associated with diabetic complications.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727E0D6-41DF-FBD4-A21E-028A8089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25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5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192192" y="1863524"/>
            <a:ext cx="1061398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these complications is crucial, but existing diagnostic methods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invasive, time-consuming, and prone to inaccuracies.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introduces an AI-based, non-invasive solution utilizing thermal imaging combined with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 model, MobileNetV2.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foot images are analyzed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abnormal heat patterns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associated with diabetic foot ulcers and other complications.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enhances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efficiency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providing automated predictions,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minimizing human 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speeding up the screening process.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ultimate goal is to offer an accessible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tool to assist healthcare providers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early detection and management of diabetic foot conditions.</a:t>
            </a:r>
          </a:p>
        </p:txBody>
      </p:sp>
    </p:spTree>
    <p:extLst>
      <p:ext uri="{BB962C8B-B14F-4D97-AF65-F5344CB8AC3E}">
        <p14:creationId xmlns:p14="http://schemas.microsoft.com/office/powerpoint/2010/main" val="98338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4B2B51-527B-E177-D081-3C898A24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19BCF6-40D3-ED22-B719-D3E85B738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070" y="1928529"/>
            <a:ext cx="10058400" cy="434008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software application designed to assist in the early detection of diabetes and diabetic foot ulcers (DFU) using thermal imaging.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non-invasive and automated approach to analyzing foot thermograms, helping healthcare professionals diagnose diabetes-related abnormalities efficiently.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 the diagnostic process, reduce human error,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 accessibility to early diabetes screening.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 web-based application that integrates deep learning models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image analysis, enhancing accuracy and reliability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expected to provide the following features: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Thermal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data collection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and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for accessing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E1AF97F-090F-652A-783A-667FBEA2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54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7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180618" y="1875099"/>
            <a:ext cx="108454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Mellitus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major global health concern, affecting millions worldwide.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severe complications of diabetes is the development of Diabetic Foot Ulcers (DFUs).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diabetic foot abnormalities is critical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serious outcomes like infections and amputations.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 methods are: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Invasive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(require physical examination or tests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Time-consuming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human error and variability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Thermal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Imaging offers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method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abnormal temperature patterns associated with diabetic complications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26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B94E36-ACFF-9BC0-C084-02A77570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93B95C1-02A9-AC7F-CC21-B44699BE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246" y="1835795"/>
            <a:ext cx="10058400" cy="44530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objects of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Diabetes Detection</a:t>
            </a:r>
            <a:r>
              <a:rPr lang="en-US" b="0" i="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may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 Development: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design and implement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MobileNetv2-based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to analyze thermal foot images and detect temperature variations indicative of diabetic foot ulcers</a:t>
            </a: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on a Comprehensive 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be trained on a large dataset of thermal foot images, including both healthy and ulcer-affected feet, with preprocessing and augmentation to enhance detection accuracy.</a:t>
            </a:r>
            <a:endParaRPr lang="en-US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Optimization: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employ hyperparameter tuning, regularization techniques, and data augmentation to improve accuracy, efficiency, and robustness in ulcer detection tasks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Usability Assessment: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be tested under various conditions, including different lighting, skin tones, and foot positions, ensuring adaptability for hospitals, clinics, and remote healthcare settings.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F3E5D9E-0473-607A-9BD5-96A4F5D2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23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9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097280" y="1909823"/>
            <a:ext cx="105931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MobileNetV2-based deep learning model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thermal foot images.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diagnostic 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early detection of diabetic foot complications.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model accuracy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augmentation, and fine-tuning techniques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user-friendly web interface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foot images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diagnostic reports.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system performance using metrics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24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A0ED23-0047-829B-069F-DD3F8C29F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USED </a:t>
            </a:r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endParaRPr lang="en-IN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09F478-D3BB-4841-7379-A83CF897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919509"/>
            <a:ext cx="10058400" cy="453281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MobileNetV2?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deep learning model optimized for mobile and edge devices.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Google in 2018, improving upon MobileNetV1.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fast, efficient, and accurate image classification &amp; object detection.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wise Separable Convolutions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 compared to traditional CNNs.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Inverted Residual Blocks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feature extraction with residual connections.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Linear Bottleneck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information loss, improving accuracy.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Parameters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3.4M parameters, making it memory-efficient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IN" sz="2200" b="1" dirty="0"/>
              <a:t>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MobileNetV2 Used?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Object Detection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TensorFlow’s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SSD-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FaceNet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Imaging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Diabetic detection, X-ray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Robotics –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AI models for drones &amp;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5F09ED0-BCAC-A0EF-FD43-F4AE73DD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18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F3584C-243C-BF9C-5161-9D4C82710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PREDICTION SYSTEM</a:t>
            </a:r>
            <a:endParaRPr lang="en-IN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FC0C67-03ED-F101-92D3-7124F6E59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1737360"/>
            <a:ext cx="10058400" cy="508518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</a:t>
            </a:r>
          </a:p>
          <a:p>
            <a:pPr marL="0" indent="0">
              <a:buNone/>
            </a:pPr>
            <a:r>
              <a:rPr lang="en-IN" dirty="0" smtClean="0"/>
              <a:t>Most </a:t>
            </a:r>
            <a:r>
              <a:rPr lang="en-IN" dirty="0"/>
              <a:t>existing diabetic prediction models rely 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Machine Learning Approaches: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Regression, Decision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Mostly tabular data from structured medical records (e.g., PIMA Indian Diabetes dataset).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is highly dependent on feature selection.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extensive manual preprocessing of medical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with real-world generalization due to dataset limitations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Approaches: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Models: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Some research integrates CNNs with fundus images, foot images, or X-rays.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2980" lvl="2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 requirements.</a:t>
            </a:r>
          </a:p>
          <a:p>
            <a:pPr marL="982980" lvl="2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over-fitting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limited diabetic-specific image datasets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4403B7C-BA65-7A74-0B47-E1F67751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02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684897-61C1-3E85-7C49-37576372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66894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r>
              <a:rPr lang="en-US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C6D657-F245-0970-31FD-77764E38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0645"/>
            <a:ext cx="10058400" cy="4581831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Learning-Based Model: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transfer learning for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&amp; efficiency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with dropout &amp; L2 regularization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generalization.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Image Analysis: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 thermal images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fundus images or tabular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detection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diabetes.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for Enhanced Classification: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GLCM texture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temperature-based features.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deep spatial &amp; thermal patterns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precise classification.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Training Strategies: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K-Fold Cross-Validation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model generalization.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Weight Adjustment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class imbalance.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&amp; Learning Rate Scheduler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optimize training.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lnSpc>
                <a:spcPct val="10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4B421C-CD72-43C8-FC7C-1FC22AEB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59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684897-61C1-3E85-7C49-37576372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266894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3C6D657-F245-0970-31FD-77764E382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0309"/>
            <a:ext cx="10058400" cy="4404851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&amp; Model Training: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thermal images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diabetic &amp; non-diabetic datasets.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Resizes to 224x224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CNN input compatibility.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dataset (70% Train, 20% Validation, 10% Test)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generalization.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base model with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dense layer head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in 3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</a:p>
          <a:p>
            <a:pPr marL="384048" lvl="2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(Head Training → Partial Fine-tuning → Full Fine-tuning).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Augments training with dropout, regularization &amp; learning rate adjustments.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Evaluation: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visualization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highlight affected diabetic regions.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classification report &amp; confusion matrix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 analysis.</a:t>
            </a:r>
          </a:p>
          <a:p>
            <a:pPr marL="201168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1168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4B421C-CD72-43C8-FC7C-1FC22AEB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15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OF THE METHODOLOGY</a:t>
            </a: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734816"/>
              </p:ext>
            </p:extLst>
          </p:nvPr>
        </p:nvGraphicFramePr>
        <p:xfrm>
          <a:off x="214604" y="1856792"/>
          <a:ext cx="11737910" cy="895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23935" y="3004457"/>
            <a:ext cx="1166326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Gather thermal images of the foot for analysis. 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Resize ,normalize and enhance image quality.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Divide data into training ,validation and testing sets.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 and training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Train a mobile net-based deep learning model.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Extract key temperature based features for classification.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Recommendation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Suggest personalized exercise for diabetic patients.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 friendly interface for predictions.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Deployment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models accuracy and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Deploy the system for real world usage.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4416" y="2724539"/>
            <a:ext cx="504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: Flow chart of the 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66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MODEL</a:t>
            </a: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282" y="1849120"/>
            <a:ext cx="8430802" cy="335083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97840" y="5531657"/>
            <a:ext cx="1125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Fig:MobileNetV2-Based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 for Diabetes Detection</a:t>
            </a:r>
          </a:p>
        </p:txBody>
      </p:sp>
    </p:spTree>
    <p:extLst>
      <p:ext uri="{BB962C8B-B14F-4D97-AF65-F5344CB8AC3E}">
        <p14:creationId xmlns:p14="http://schemas.microsoft.com/office/powerpoint/2010/main" val="347316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THE MODEL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16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097280" y="1658471"/>
            <a:ext cx="1055842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1.Input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 thermal foot images (128x128x3).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2.Convolutional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3x3 convolutions followed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depthwise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separable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3.Pooling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2x2 Max pooling to reduce spatial dimensions.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18404" y="1896332"/>
            <a:ext cx="453727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4.MobileNetV2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residuals and linear bottlenecks for efficiency.</a:t>
            </a:r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 for final classification.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5.Output: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diabetic or non-diabetic foot condition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31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FILTERS USED IN PROCESSING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17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52" y="1912092"/>
            <a:ext cx="8907118" cy="1209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40911" y="3121936"/>
            <a:ext cx="627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:Filters used in the processing.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8102" y="3599727"/>
            <a:ext cx="49945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1: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 temperature distribution patterns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foot.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hot and cold areas.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edge detection.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Sharpens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 contours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temperature zones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6053559" y="3646025"/>
            <a:ext cx="51589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3: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thermal anomalies.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Useful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spotting small hotspots or cooling patches.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medium-scale textures and transitions between temperature regions.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analyzing asymmetrical patterns between different foot areas.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6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18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1799760"/>
            <a:ext cx="3365914" cy="36773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355" y="1799759"/>
            <a:ext cx="2941984" cy="36773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561045"/>
            <a:ext cx="3365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 Website to upload the Left and Right Foot of the patient.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9355" y="5561045"/>
            <a:ext cx="2941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 : Demonstrating the Left Foot Analysis of the patient.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17500" y="5561045"/>
            <a:ext cx="3389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 Demonstrating the Right Foot Analysis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 patient.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124" y="1799758"/>
            <a:ext cx="2942359" cy="367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20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19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215342" y="1956122"/>
            <a:ext cx="10359342" cy="4317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42" y="1769815"/>
            <a:ext cx="4085863" cy="38091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29" y="1848614"/>
            <a:ext cx="3770574" cy="38461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5342" y="5628628"/>
            <a:ext cx="424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Fig: Downloaded Report of the Left Foot 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50329" y="5694744"/>
            <a:ext cx="4306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Downloaded Report of the Left Foot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1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286603"/>
            <a:ext cx="11033760" cy="1450757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0342" y="1838960"/>
            <a:ext cx="10868297" cy="403013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Incorporate advanced techniques like attention mechanisms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transformer-based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to improve feature extraction from thermal images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Wearable Devices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Extend the system to work with thermal sensors in wearable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devices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diabetic foot monitoring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thermal imaging with other diagnostic modalities like ultrasound, pressure mapping, or blood glucose levels for improved accuracy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Expand the dataset with images from different demographics to improve generalizability and robustness of the model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Implementation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to help healthcare professionals understand the model’s predictions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 process.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7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21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261641" y="1979271"/>
            <a:ext cx="105329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Integration for Large-Scale Access: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on cloud platforms (AWS, GCP) for real-time global usage.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Android/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for easier patient and doctor access.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for abnormal foot temperature readings.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Hospitals: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existing hospital management systems for automated reports.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System: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Keep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the model with new patient data to improve over time.</a:t>
            </a:r>
          </a:p>
        </p:txBody>
      </p:sp>
    </p:spTree>
    <p:extLst>
      <p:ext uri="{BB962C8B-B14F-4D97-AF65-F5344CB8AC3E}">
        <p14:creationId xmlns:p14="http://schemas.microsoft.com/office/powerpoint/2010/main" val="46213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WORLD APPLICATIONS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22</a:t>
            </a:fld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180618" y="1737360"/>
            <a:ext cx="105792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Screening Camps: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rural and remote health camps for quick diabetic foot screenings without invasive methods.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Clinics: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by providing fast thermal image analysis for early diagnosis and patient monitoring.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Systems: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wearable thermal sensors for daily foot health tracking in diabetic patients.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to upload foot images remotely and receive instant preliminary diagnosis reports.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Health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Programs: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campaigns promoting early detection and prevention of diabetic complications through easy AI tools.</a:t>
            </a:r>
          </a:p>
        </p:txBody>
      </p:sp>
    </p:spTree>
    <p:extLst>
      <p:ext uri="{BB962C8B-B14F-4D97-AF65-F5344CB8AC3E}">
        <p14:creationId xmlns:p14="http://schemas.microsoft.com/office/powerpoint/2010/main" val="412533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‟Diabetes Detection using Thermal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mages and MobileNetV2” successfully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effectiveness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imaging and deep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detecting diabetes and foot ulcers. By leveraging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achieved an efficient and lightweight model capable of accurately classifying diabetic and non-diabetic foot images. The system not only automates the diagnosis process but also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and personalized exercise recommendations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assist in patient care.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model, when deployed in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healthcare environment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can aid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and continuous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diabetic foot complications. With further improvements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processing, integration with wearable devices, and multi-modal data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approach can revolutionize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diabetes diagnosis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will focus on expanding the dataset, optimizing model performance, and enhancing accessibility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and cloud-based 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project lays the foundation for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AI-powered healthcare solution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aimed at improving diabetic care and reducing complications through early detection and personalized interventions.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5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4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https://www.sciencedirect.com/science/article/abs/pii/S0010482518300738?via%3Dihub.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http://qirt.gel.ulaval.ca/archives/qirt2023/papers/QIRT-ASIA-2023_paper_27.pdf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https://www.thelancet.com/journals/lancet/article/PIIS0140-6736(05)67698-2/abstract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https://www.researchgate.net/publication/362285268_A_Deep_Learning_Method_for_Early_Detection_of_Diabetic_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https://arxiv.org/abs/2106.14207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https://aaasjournals.com/index.php/ajapas/article/view/824?utm_source=chatgpt.com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[7].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https://pmc.ncbi.nlm.nih.gov/articles/PMC10744680/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[8].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https://pmc.ncbi.nlm.nih.gov/articles/PMC6945006</a:t>
            </a:r>
            <a:r>
              <a:rPr lang="en-IN" u="sng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2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354ED-3287-4CC6-8A9D-37FDDA6B1E3E}" type="slidenum">
              <a:rPr lang="en-IN" smtClean="0"/>
              <a:t>25</a:t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978089" y="2089620"/>
            <a:ext cx="83975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8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56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6397</TotalTime>
  <Words>2234</Words>
  <Application>Microsoft Office PowerPoint</Application>
  <PresentationFormat>Widescreen</PresentationFormat>
  <Paragraphs>296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PRESENTATION OUTLINE</vt:lpstr>
      <vt:lpstr>ABSTRACT</vt:lpstr>
      <vt:lpstr>ABSTRACT</vt:lpstr>
      <vt:lpstr>INTRODUCTION</vt:lpstr>
      <vt:lpstr>INTRODUCTION</vt:lpstr>
      <vt:lpstr>OBJECTIVES</vt:lpstr>
      <vt:lpstr>OBJECTIVES</vt:lpstr>
      <vt:lpstr>MODEL USED - MOBILENETV2</vt:lpstr>
      <vt:lpstr>EXISTING SYSTEM – DIABETES PREDICTION SYSTEM</vt:lpstr>
      <vt:lpstr>PROPOSED SYSTEM – KEY FEATURES</vt:lpstr>
      <vt:lpstr>PROPOSED SYSTEM - ARCHITECTURE</vt:lpstr>
      <vt:lpstr>WORKFLOW OF THE METHODOLOGY</vt:lpstr>
      <vt:lpstr>ARCHITECTURE OF THE MODEL</vt:lpstr>
      <vt:lpstr>ARCHITECTURE OF THE MODEL</vt:lpstr>
      <vt:lpstr>FILTERS USED IN PROCESSING</vt:lpstr>
      <vt:lpstr>RESULT</vt:lpstr>
      <vt:lpstr>RESULT</vt:lpstr>
      <vt:lpstr>        FUTURE ENHANCEMENTS</vt:lpstr>
      <vt:lpstr>FUTURE ENHANCEMENTS</vt:lpstr>
      <vt:lpstr>REAL WORLD APPLICATIONS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Bank Management System</dc:title>
  <dc:creator>pulagam amarnath</dc:creator>
  <cp:lastModifiedBy>Microsoft account</cp:lastModifiedBy>
  <cp:revision>70</cp:revision>
  <dcterms:created xsi:type="dcterms:W3CDTF">2022-04-12T15:53:51Z</dcterms:created>
  <dcterms:modified xsi:type="dcterms:W3CDTF">2025-04-26T17:21:08Z</dcterms:modified>
</cp:coreProperties>
</file>